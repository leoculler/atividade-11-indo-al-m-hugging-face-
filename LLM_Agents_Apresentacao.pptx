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 Agents com HuggingFace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Atividade AF #11 – Inteligência 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Como criar uma aplicação simples utilizando LLM Agents?</a:t>
            </a:r>
          </a:p>
          <a:p>
            <a:r>
              <a:t>• Demonstrar funcionamento de um agente baseado em LLM.</a:t>
            </a:r>
          </a:p>
          <a:p>
            <a:r>
              <a:t>• Explorar o ecossistema HuggingFace no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Solução Desenvolvida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Uso da biblioteca HuggingFace Transformers.</a:t>
            </a:r>
          </a:p>
          <a:p>
            <a:r>
              <a:t>• Criação de um agente LLM que interpreta e executa tarefas.</a:t>
            </a:r>
          </a:p>
          <a:p>
            <a:r>
              <a:t>• Implementação em notebook (.ipynb) com o modelo GPT‑2.</a:t>
            </a:r>
          </a:p>
          <a:p>
            <a:r>
              <a:t>• Repositório no GitHub com código + apresentação.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